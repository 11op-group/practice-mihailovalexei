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D4565-8453-45DA-A737-F71623FEC0CC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461F-A7A3-41F0-B1CF-B138763689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350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D4565-8453-45DA-A737-F71623FEC0CC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461F-A7A3-41F0-B1CF-B138763689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10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D4565-8453-45DA-A737-F71623FEC0CC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461F-A7A3-41F0-B1CF-B138763689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681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D4565-8453-45DA-A737-F71623FEC0CC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461F-A7A3-41F0-B1CF-B138763689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15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D4565-8453-45DA-A737-F71623FEC0CC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461F-A7A3-41F0-B1CF-B138763689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809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D4565-8453-45DA-A737-F71623FEC0CC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461F-A7A3-41F0-B1CF-B138763689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67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D4565-8453-45DA-A737-F71623FEC0CC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461F-A7A3-41F0-B1CF-B138763689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624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D4565-8453-45DA-A737-F71623FEC0CC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461F-A7A3-41F0-B1CF-B138763689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70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D4565-8453-45DA-A737-F71623FEC0CC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461F-A7A3-41F0-B1CF-B138763689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313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D4565-8453-45DA-A737-F71623FEC0CC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461F-A7A3-41F0-B1CF-B138763689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424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D4565-8453-45DA-A737-F71623FEC0CC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461F-A7A3-41F0-B1CF-B138763689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641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D4565-8453-45DA-A737-F71623FEC0CC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B461F-A7A3-41F0-B1CF-B138763689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0275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/>
              <a:t>Фрагменты Северной войны</a:t>
            </a:r>
            <a:br>
              <a:rPr lang="ru-RU" b="1" dirty="0"/>
            </a:br>
            <a:r>
              <a:rPr lang="ru-RU" b="1" dirty="0"/>
              <a:t> (1700 г. –1721 г.)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000" dirty="0"/>
              <a:t>«Северный союз»: Россия, Дания, Норвегия, Саксония и Польша объявляют войну Швеции…</a:t>
            </a:r>
          </a:p>
        </p:txBody>
      </p:sp>
    </p:spTree>
    <p:extLst>
      <p:ext uri="{BB962C8B-B14F-4D97-AF65-F5344CB8AC3E}">
        <p14:creationId xmlns:p14="http://schemas.microsoft.com/office/powerpoint/2010/main" val="228942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Причины войны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7571" y="1967951"/>
            <a:ext cx="5181600" cy="2789428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1.	Стремление Петра </a:t>
            </a:r>
            <a:r>
              <a:rPr lang="en-US" dirty="0"/>
              <a:t>I </a:t>
            </a:r>
            <a:r>
              <a:rPr lang="ru-RU" dirty="0"/>
              <a:t>приобрести порты Балтийского моря для внешней торговли с европейскими странами.</a:t>
            </a:r>
          </a:p>
          <a:p>
            <a:r>
              <a:rPr lang="ru-RU" dirty="0"/>
              <a:t>2.	 Желание царя вернуть Неву, потерянную во время Смуты (</a:t>
            </a:r>
            <a:r>
              <a:rPr lang="ru-RU" dirty="0" err="1"/>
              <a:t>Столбовской</a:t>
            </a:r>
            <a:r>
              <a:rPr lang="ru-RU" dirty="0"/>
              <a:t> мир 1617 года).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199" y="5080000"/>
            <a:ext cx="5050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Шведские земли на карте</a:t>
            </a:r>
          </a:p>
        </p:txBody>
      </p:sp>
    </p:spTree>
    <p:extLst>
      <p:ext uri="{BB962C8B-B14F-4D97-AF65-F5344CB8AC3E}">
        <p14:creationId xmlns:p14="http://schemas.microsoft.com/office/powerpoint/2010/main" val="2558305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В начале Северной войны…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46514" y="1825625"/>
            <a:ext cx="3115341" cy="3911433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В октябре 1700 года Петр </a:t>
            </a:r>
            <a:r>
              <a:rPr lang="en-US" dirty="0"/>
              <a:t>I </a:t>
            </a:r>
            <a:r>
              <a:rPr lang="ru-RU" dirty="0"/>
              <a:t>начинает осаду Нарвы, и в конце ноября 35-тысячное русское войско терпит поражение от 25-тысячного шведского корпуса.</a:t>
            </a:r>
          </a:p>
          <a:p>
            <a:r>
              <a:rPr lang="ru-RU" dirty="0"/>
              <a:t>Карл </a:t>
            </a:r>
            <a:r>
              <a:rPr lang="en-US" dirty="0"/>
              <a:t>XII</a:t>
            </a:r>
            <a:r>
              <a:rPr lang="ru-RU" dirty="0"/>
              <a:t>, считая нашу армию разбитой, переносит основные военные действия на территорию Польши</a:t>
            </a:r>
            <a:r>
              <a:rPr lang="ru-RU" b="1" dirty="0"/>
              <a:t>.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364343" y="5807631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Портрет Карла </a:t>
            </a:r>
            <a:r>
              <a:rPr lang="en-US" dirty="0"/>
              <a:t>XII</a:t>
            </a:r>
            <a:r>
              <a:rPr lang="ru-RU" dirty="0"/>
              <a:t>. </a:t>
            </a:r>
            <a:r>
              <a:rPr lang="ru-RU" dirty="0" err="1"/>
              <a:t>Риго</a:t>
            </a:r>
            <a:r>
              <a:rPr lang="ru-RU" dirty="0"/>
              <a:t>, Гиацинт.</a:t>
            </a:r>
          </a:p>
        </p:txBody>
      </p:sp>
    </p:spTree>
    <p:extLst>
      <p:ext uri="{BB962C8B-B14F-4D97-AF65-F5344CB8AC3E}">
        <p14:creationId xmlns:p14="http://schemas.microsoft.com/office/powerpoint/2010/main" val="2886637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Деятельность Петра</a:t>
            </a:r>
            <a:r>
              <a:rPr lang="en-US" b="1" dirty="0"/>
              <a:t> I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27988" y="1825625"/>
            <a:ext cx="2949245" cy="3893004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Петр реорганизует армию, налаживает производство орудий и боеприпасов, отправляет союзникам в помощь русский корпус.</a:t>
            </a:r>
          </a:p>
          <a:p>
            <a:r>
              <a:rPr lang="ru-RU" dirty="0"/>
              <a:t>Время от времени царь принимает участие в боевых действиях, но, в основном, заботится о вооружении и защите русских территорий.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6913" y="5853566"/>
            <a:ext cx="4296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Портрет Петра</a:t>
            </a:r>
            <a:r>
              <a:rPr lang="en-US" dirty="0"/>
              <a:t> I</a:t>
            </a:r>
            <a:r>
              <a:rPr lang="ru-RU" dirty="0"/>
              <a:t>. Жан-Марк </a:t>
            </a:r>
            <a:r>
              <a:rPr lang="ru-RU" dirty="0" err="1"/>
              <a:t>Натье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603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Успехи русских войск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15900"/>
            <a:ext cx="5181600" cy="3025973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1702 году русские войска захватили крепость </a:t>
            </a:r>
            <a:r>
              <a:rPr lang="ru-RU" dirty="0" err="1"/>
              <a:t>Нотебург</a:t>
            </a:r>
            <a:r>
              <a:rPr lang="ru-RU" dirty="0"/>
              <a:t> (бывший Орешек и будущий Шлиссельбург).</a:t>
            </a:r>
          </a:p>
          <a:p>
            <a:r>
              <a:rPr lang="ru-RU" b="1" dirty="0"/>
              <a:t>В 1703 году граф Борис Петрович Шереметьев взял крепость </a:t>
            </a:r>
            <a:r>
              <a:rPr lang="ru-RU" b="1" dirty="0" err="1"/>
              <a:t>Ниеншанц</a:t>
            </a:r>
            <a:r>
              <a:rPr lang="ru-RU" b="1" dirty="0"/>
              <a:t>, что сделало возможным основание Петербурга.</a:t>
            </a:r>
            <a:endParaRPr lang="ru-RU" dirty="0"/>
          </a:p>
          <a:p>
            <a:r>
              <a:rPr lang="ru-RU" dirty="0"/>
              <a:t>В 1704 году были взяты Нарва и Дерпт (Тарту).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008914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838200" y="5167086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«Взятие Нарвы». А.Е. </a:t>
            </a:r>
            <a:r>
              <a:rPr lang="ru-RU" dirty="0" err="1"/>
              <a:t>Коцебу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234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Карл </a:t>
            </a:r>
            <a:r>
              <a:rPr lang="en-US" b="1" dirty="0"/>
              <a:t>XII</a:t>
            </a:r>
            <a:r>
              <a:rPr lang="ru-RU" b="1" dirty="0"/>
              <a:t> идет на Москву…</a:t>
            </a:r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06171" y="1690688"/>
            <a:ext cx="2867057" cy="3827521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Боевые действия в Польше закончились ее поражением</a:t>
            </a:r>
            <a:r>
              <a:rPr lang="ru-RU" dirty="0"/>
              <a:t>.</a:t>
            </a:r>
          </a:p>
          <a:p>
            <a:r>
              <a:rPr lang="ru-RU" dirty="0"/>
              <a:t>Август </a:t>
            </a:r>
            <a:r>
              <a:rPr lang="en-US" dirty="0"/>
              <a:t>II </a:t>
            </a:r>
            <a:r>
              <a:rPr lang="ru-RU" dirty="0"/>
              <a:t>Сильный -  польский король отрекся от престола.</a:t>
            </a:r>
          </a:p>
          <a:p>
            <a:r>
              <a:rPr lang="ru-RU" dirty="0"/>
              <a:t>Карл </a:t>
            </a:r>
            <a:r>
              <a:rPr lang="en-US" dirty="0"/>
              <a:t>XII</a:t>
            </a:r>
            <a:r>
              <a:rPr lang="ru-RU" dirty="0"/>
              <a:t> стал полностью распоряжаться Польшей.</a:t>
            </a:r>
          </a:p>
          <a:p>
            <a:r>
              <a:rPr lang="ru-RU" dirty="0"/>
              <a:t>Россия осталась без союзников.</a:t>
            </a:r>
          </a:p>
          <a:p>
            <a:r>
              <a:rPr lang="ru-RU" b="1" dirty="0"/>
              <a:t>В январе 1708 года Карл начал наступление против Петра и пошел на Москву.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567543" y="5733143"/>
            <a:ext cx="4604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Портрет короля Августа </a:t>
            </a:r>
            <a:r>
              <a:rPr lang="en-US" dirty="0"/>
              <a:t>II</a:t>
            </a:r>
            <a:r>
              <a:rPr lang="ru-RU" dirty="0"/>
              <a:t>. Луи де Сильвестр. </a:t>
            </a:r>
          </a:p>
        </p:txBody>
      </p:sp>
    </p:spTree>
    <p:extLst>
      <p:ext uri="{BB962C8B-B14F-4D97-AF65-F5344CB8AC3E}">
        <p14:creationId xmlns:p14="http://schemas.microsoft.com/office/powerpoint/2010/main" val="3471059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Поворот на юг…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19200" y="1906200"/>
            <a:ext cx="4800600" cy="3882085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28 сентября 1708 года русские войска у деревни Лесной захватили шведский продовольственный обоз.</a:t>
            </a:r>
          </a:p>
          <a:p>
            <a:r>
              <a:rPr lang="ru-RU" dirty="0"/>
              <a:t> Карл не рискнул</a:t>
            </a:r>
          </a:p>
          <a:p>
            <a:pPr marL="0" indent="0">
              <a:buNone/>
            </a:pPr>
            <a:r>
              <a:rPr lang="ru-RU" dirty="0"/>
              <a:t>углубляться в территорию России без продовольствия и решил перезимовать в Малороссии (на Украине), считая малороссийского гетмана Ивана Степанович</a:t>
            </a:r>
            <a:r>
              <a:rPr lang="ru-RU" b="1" dirty="0"/>
              <a:t>а </a:t>
            </a:r>
            <a:r>
              <a:rPr lang="ru-RU" dirty="0"/>
              <a:t>Мазепу своим союзником.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1219199" y="6003797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Битва при Лесной. Жан-Марк </a:t>
            </a:r>
            <a:r>
              <a:rPr lang="ru-RU" dirty="0" err="1"/>
              <a:t>Натье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3376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Предательство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54628" y="1825625"/>
            <a:ext cx="4365171" cy="3474319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Мазепа десять лет умело управлял Малороссией и  дружил с Москвой, но сделал ставку на Швецию. Полагая, что Петр проиграет эту войну, он вел тайные переговоры с Карлом.</a:t>
            </a:r>
          </a:p>
          <a:p>
            <a:r>
              <a:rPr lang="ru-RU" dirty="0"/>
              <a:t>Несмотря на доносы об измене, царь безоговорочно доверял Мазепе. Генеральный судья Василий Леонтьевич Кочубей и полтавский полковник Иван Иванович Искра были казнены по распоряжению Петра за попытку предупредить его о предательстве гетмана.</a:t>
            </a:r>
          </a:p>
          <a:p>
            <a:r>
              <a:rPr lang="ru-RU" dirty="0"/>
              <a:t> О измене Мазепы Петру стало известно в октябре 1708 года.</a:t>
            </a:r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654628" y="5646058"/>
            <a:ext cx="43651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«Карл XII Шведский и Иван Мазепа после Полтавской битвы».</a:t>
            </a:r>
          </a:p>
          <a:p>
            <a:r>
              <a:rPr lang="ru-RU" dirty="0"/>
              <a:t>Густав Улоф  </a:t>
            </a:r>
            <a:r>
              <a:rPr lang="ru-RU" dirty="0" err="1"/>
              <a:t>Седерстрем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7594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Полтавская битва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14400" y="1825625"/>
            <a:ext cx="5181600" cy="3476327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Когда шведы вошли в Малороссию, Мазепа вынужден был прекратить двойную игру, и открыто примкнул к Карлу.</a:t>
            </a:r>
          </a:p>
          <a:p>
            <a:r>
              <a:rPr lang="ru-RU" dirty="0"/>
              <a:t>Военные действия были перенесены на территорию Украины.</a:t>
            </a:r>
          </a:p>
          <a:p>
            <a:r>
              <a:rPr lang="ru-RU" b="1" dirty="0"/>
              <a:t>27 июня 1709 года произошло генеральное сражение под Полтавой</a:t>
            </a:r>
            <a:r>
              <a:rPr lang="ru-RU" dirty="0"/>
              <a:t>, в котором шведы потерпели поражение.</a:t>
            </a:r>
          </a:p>
          <a:p>
            <a:r>
              <a:rPr lang="ru-RU" b="1" dirty="0" err="1"/>
              <a:t>Ништадский</a:t>
            </a:r>
            <a:r>
              <a:rPr lang="ru-RU" b="1" dirty="0"/>
              <a:t> мир в Северной войне был заключен 30 августа 1721 года.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558971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«Полтавская победа». </a:t>
            </a:r>
            <a:r>
              <a:rPr lang="ru-RU" dirty="0" err="1"/>
              <a:t>А.Е.Коцебу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7716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Итоги Северной войны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61394" y="1825625"/>
            <a:ext cx="4135211" cy="4351338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ru-RU" dirty="0"/>
              <a:t>В состав России вошла Латвия, </a:t>
            </a:r>
          </a:p>
          <a:p>
            <a:pPr marL="0" lvl="0" indent="0">
              <a:buNone/>
            </a:pPr>
            <a:r>
              <a:rPr lang="ru-RU" dirty="0"/>
              <a:t>Эстония, </a:t>
            </a:r>
            <a:r>
              <a:rPr lang="ru-RU" dirty="0" err="1"/>
              <a:t>Ингрия</a:t>
            </a:r>
            <a:r>
              <a:rPr lang="ru-RU" dirty="0"/>
              <a:t> (побережье Балтики между Невой и Нарвой) и Карелия.</a:t>
            </a:r>
          </a:p>
          <a:p>
            <a:pPr lvl="0"/>
            <a:r>
              <a:rPr lang="ru-RU" dirty="0"/>
              <a:t>Был основан Санкт-Петербург – новая столица с 1712 года. </a:t>
            </a:r>
          </a:p>
          <a:p>
            <a:pPr lvl="0"/>
            <a:r>
              <a:rPr lang="ru-RU" dirty="0"/>
              <a:t>Россия стала крупной морской державой на севере Европы и </a:t>
            </a:r>
            <a:r>
              <a:rPr lang="ru-RU" b="1" dirty="0"/>
              <a:t>приобрела статус империи</a:t>
            </a:r>
            <a:r>
              <a:rPr lang="ru-RU" dirty="0"/>
              <a:t> с 22 октября 1721 года.</a:t>
            </a:r>
          </a:p>
          <a:p>
            <a:pPr lvl="0"/>
            <a:r>
              <a:rPr lang="ru-RU" dirty="0"/>
              <a:t> Швеция перестала господствовать в акватории Балтийского моря.</a:t>
            </a:r>
          </a:p>
        </p:txBody>
      </p:sp>
    </p:spTree>
    <p:extLst>
      <p:ext uri="{BB962C8B-B14F-4D97-AF65-F5344CB8AC3E}">
        <p14:creationId xmlns:p14="http://schemas.microsoft.com/office/powerpoint/2010/main" val="270159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298</TotalTime>
  <Words>583</Words>
  <Application>Microsoft Office PowerPoint</Application>
  <PresentationFormat>Широкоэкранный</PresentationFormat>
  <Paragraphs>49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Фрагменты Северной войны  (1700 г. –1721 г.)</vt:lpstr>
      <vt:lpstr>Причины войны</vt:lpstr>
      <vt:lpstr>В начале Северной войны…</vt:lpstr>
      <vt:lpstr>Деятельность Петра I</vt:lpstr>
      <vt:lpstr>Успехи русских войск</vt:lpstr>
      <vt:lpstr>Карл XII идет на Москву…</vt:lpstr>
      <vt:lpstr>Поворот на юг…</vt:lpstr>
      <vt:lpstr>Предательство</vt:lpstr>
      <vt:lpstr>Полтавская битва</vt:lpstr>
      <vt:lpstr>Итоги Северной войны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Северная война  (1700 г. –1721 г.)</dc:title>
  <dc:creator>Учетная запись Майкрософт</dc:creator>
  <cp:lastModifiedBy>bazhenova-ep</cp:lastModifiedBy>
  <cp:revision>46</cp:revision>
  <dcterms:created xsi:type="dcterms:W3CDTF">2024-08-03T01:22:20Z</dcterms:created>
  <dcterms:modified xsi:type="dcterms:W3CDTF">2024-10-10T07:38:35Z</dcterms:modified>
</cp:coreProperties>
</file>
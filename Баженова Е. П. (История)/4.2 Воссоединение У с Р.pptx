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04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12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38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05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18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80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6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49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50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40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25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6C75A-682F-453D-82C3-9B6825307C63}" type="datetimeFigureOut">
              <a:rPr lang="ru-RU" smtClean="0"/>
              <a:t>03.08.2024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7DA4F-8EB9-413A-A69C-18568AAF5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23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Воссоединение Украины с Россией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  </a:t>
            </a:r>
            <a:endParaRPr lang="ru-RU" dirty="0"/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в средине 17 ве</a:t>
            </a:r>
            <a:r>
              <a:rPr lang="ru-RU" sz="3000" b="1" dirty="0"/>
              <a:t>ка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85193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Предыстория. Русь в 14 веке.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3592710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В 14 веке </a:t>
            </a:r>
            <a:r>
              <a:rPr lang="ru-RU" dirty="0"/>
              <a:t>русские княжества, </a:t>
            </a:r>
            <a:r>
              <a:rPr lang="ru-RU" dirty="0" smtClean="0"/>
              <a:t>продолжали находиться </a:t>
            </a:r>
            <a:r>
              <a:rPr lang="ru-RU" dirty="0"/>
              <a:t>под властью Золотой </a:t>
            </a:r>
            <a:r>
              <a:rPr lang="ru-RU" dirty="0" smtClean="0"/>
              <a:t>Орды…</a:t>
            </a:r>
            <a:endParaRPr lang="ru-RU" dirty="0"/>
          </a:p>
          <a:p>
            <a:r>
              <a:rPr lang="ru-RU" b="1" dirty="0"/>
              <a:t>На фоне всеобщего </a:t>
            </a:r>
            <a:r>
              <a:rPr lang="ru-RU" b="1" dirty="0" smtClean="0"/>
              <a:t>разорения восстанавливалась и </a:t>
            </a:r>
            <a:r>
              <a:rPr lang="ru-RU" b="1" dirty="0"/>
              <a:t>застраивалась </a:t>
            </a:r>
            <a:r>
              <a:rPr lang="ru-RU" b="1" dirty="0" smtClean="0"/>
              <a:t>Москва, приобретая столичное значение.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5704114"/>
            <a:ext cx="5257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«Оборона Москвы от хана </a:t>
            </a:r>
            <a:r>
              <a:rPr lang="ru-RU" dirty="0" err="1" smtClean="0"/>
              <a:t>Тохтамыша</a:t>
            </a:r>
            <a:r>
              <a:rPr lang="ru-RU" dirty="0" smtClean="0"/>
              <a:t> в 1382 году»</a:t>
            </a:r>
          </a:p>
          <a:p>
            <a:pPr algn="ctr"/>
            <a:r>
              <a:rPr lang="ru-RU" dirty="0" smtClean="0"/>
              <a:t>А. Васнецов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78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Предыстория. Уход в Литву и Польшу.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6612" y="1825625"/>
            <a:ext cx="5164776" cy="4351338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Русские удельные князья, чтобы не платить дань Орде, постепенно, в течение семидесяти лет признавали над собой власть соседней Литвы, которая не была зависима от монголо-татар. </a:t>
            </a:r>
            <a:endParaRPr lang="ru-RU" b="1" dirty="0" smtClean="0"/>
          </a:p>
          <a:p>
            <a:r>
              <a:rPr lang="ru-RU" dirty="0"/>
              <a:t>В 1385г. Литва соединилась с Польшей. В 1569 году объединенное государство стало называться </a:t>
            </a:r>
            <a:r>
              <a:rPr lang="ru-RU" b="1" dirty="0"/>
              <a:t>Речью </a:t>
            </a:r>
            <a:r>
              <a:rPr lang="ru-RU" b="1" dirty="0" err="1"/>
              <a:t>Посполитой</a:t>
            </a:r>
            <a:r>
              <a:rPr lang="ru-RU" b="1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2004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Предыстория. Раскол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 </a:t>
            </a:r>
            <a:r>
              <a:rPr lang="ru-RU" b="1" dirty="0" smtClean="0"/>
              <a:t>результате Русь раскололась </a:t>
            </a:r>
            <a:r>
              <a:rPr lang="ru-RU" b="1" dirty="0"/>
              <a:t>на две части: </a:t>
            </a:r>
            <a:r>
              <a:rPr lang="ru-RU" dirty="0"/>
              <a:t>северо-восточные </a:t>
            </a:r>
            <a:r>
              <a:rPr lang="ru-RU" dirty="0" smtClean="0"/>
              <a:t>земли стали развиваться под властью Москвы </a:t>
            </a:r>
            <a:r>
              <a:rPr lang="ru-RU" b="1" dirty="0" smtClean="0"/>
              <a:t>, </a:t>
            </a:r>
            <a:r>
              <a:rPr lang="ru-RU" b="1" dirty="0"/>
              <a:t>а юго-западные территории вошли в состав </a:t>
            </a:r>
            <a:r>
              <a:rPr lang="ru-RU" b="1" dirty="0" smtClean="0"/>
              <a:t>Литвы и Польши</a:t>
            </a:r>
            <a:r>
              <a:rPr lang="ru-RU" dirty="0" smtClean="0"/>
              <a:t> (земли </a:t>
            </a:r>
            <a:r>
              <a:rPr lang="ru-RU" dirty="0"/>
              <a:t>современной </a:t>
            </a:r>
            <a:r>
              <a:rPr lang="ru-RU" dirty="0" smtClean="0"/>
              <a:t>Белоруссии и  Украины)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4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Формирование Запорожского казачества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ru-RU" b="1" dirty="0"/>
              <a:t>Во второй половине 16 века, за границей Речи </a:t>
            </a:r>
            <a:r>
              <a:rPr lang="ru-RU" b="1" dirty="0" err="1"/>
              <a:t>Посполитой</a:t>
            </a:r>
            <a:r>
              <a:rPr lang="ru-RU" b="1" dirty="0"/>
              <a:t>, в низовьях Днепра стало формироваться казацкое войско. Казаки должны были защищать границы Польши от нападения крымских татар и турок.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8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Восстание Богдана Хмельницкого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21091" y="1690688"/>
            <a:ext cx="3087962" cy="3998912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1648 году казацкий старшина </a:t>
            </a:r>
            <a:r>
              <a:rPr lang="ru-RU" dirty="0" smtClean="0"/>
              <a:t> </a:t>
            </a:r>
            <a:r>
              <a:rPr lang="ru-RU" dirty="0"/>
              <a:t>Богдан </a:t>
            </a:r>
            <a:r>
              <a:rPr lang="ru-RU" dirty="0" smtClean="0"/>
              <a:t>Хмельницкий поднял </a:t>
            </a:r>
            <a:r>
              <a:rPr lang="ru-RU" dirty="0"/>
              <a:t>запорожских казаков на восстание против польских дворян и был избран гетманом. В ходе военных действий Богдан Хмельницкий искал союзников и написал три обращения к царю Алексею Михайловичу Тишайшему в Москву с просьбой оказать военную помощь против Речи </a:t>
            </a:r>
            <a:r>
              <a:rPr lang="ru-RU" dirty="0" err="1"/>
              <a:t>Посполитой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320801" y="5907314"/>
            <a:ext cx="433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Портрет гетмана Богдана Хмельницкого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581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Воссоединение</a:t>
            </a:r>
            <a:endParaRPr lang="ru-RU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6213" y="1888785"/>
            <a:ext cx="2842580" cy="3951061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ru-RU" b="1" dirty="0"/>
              <a:t>В 1653 году Земской собор принял решение о принятии Войска Запорожского в российское подданство.</a:t>
            </a:r>
            <a:endParaRPr lang="ru-RU" dirty="0"/>
          </a:p>
          <a:p>
            <a:pPr lvl="0"/>
            <a:r>
              <a:rPr lang="ru-RU" b="1" dirty="0"/>
              <a:t>В 1654 году </a:t>
            </a:r>
            <a:r>
              <a:rPr lang="ru-RU" b="1" dirty="0" err="1"/>
              <a:t>Переяславская</a:t>
            </a:r>
            <a:r>
              <a:rPr lang="ru-RU" b="1" dirty="0"/>
              <a:t> рада проголосовала за объединение Украины (Малороссии), находившейся под властью гетмана, с Российским царством.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6037943"/>
            <a:ext cx="438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Портрет царя Алексея Михайловича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Раздел Украины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b="1" dirty="0"/>
              <a:t>Следствием воссоединения Украины с Россией стала затяжная война с Речью </a:t>
            </a:r>
            <a:r>
              <a:rPr lang="ru-RU" b="1" dirty="0" err="1"/>
              <a:t>Посполитой</a:t>
            </a:r>
            <a:r>
              <a:rPr lang="ru-RU" b="1" dirty="0"/>
              <a:t> (1654 – 1667 годы). Военные действия закончилась </a:t>
            </a:r>
            <a:r>
              <a:rPr lang="ru-RU" b="1" dirty="0" err="1"/>
              <a:t>Андрусовским</a:t>
            </a:r>
            <a:r>
              <a:rPr lang="ru-RU" b="1" dirty="0"/>
              <a:t> </a:t>
            </a:r>
            <a:r>
              <a:rPr lang="ru-RU" b="1" dirty="0" smtClean="0"/>
              <a:t>перемирием, а затем «Вечным миром» с Польшей, который закрепил раздел Украины </a:t>
            </a:r>
            <a:r>
              <a:rPr lang="ru-RU" b="1" dirty="0"/>
              <a:t>по течению Днепра</a:t>
            </a:r>
            <a:r>
              <a:rPr lang="ru-RU" dirty="0"/>
              <a:t>:</a:t>
            </a:r>
          </a:p>
          <a:p>
            <a:r>
              <a:rPr lang="ru-RU" b="1" dirty="0"/>
              <a:t>- Правобережная Украина осталась в составе Речи </a:t>
            </a:r>
            <a:r>
              <a:rPr lang="ru-RU" b="1" dirty="0" err="1"/>
              <a:t>Посполитой</a:t>
            </a:r>
            <a:r>
              <a:rPr lang="ru-RU" b="1" dirty="0"/>
              <a:t>.</a:t>
            </a:r>
            <a:endParaRPr lang="ru-RU" dirty="0"/>
          </a:p>
          <a:p>
            <a:r>
              <a:rPr lang="ru-RU" b="1" dirty="0"/>
              <a:t>- Левобережная Украина, Смоленск, Киев отошли к России.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2431" y="1825625"/>
            <a:ext cx="5133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99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Послесловие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dirty="0"/>
              <a:t>В конце 18 века, в 1795 году при Екатерине Великой, в результате третьего раздела Речи </a:t>
            </a:r>
            <a:r>
              <a:rPr lang="ru-RU" dirty="0" err="1"/>
              <a:t>Посполитой</a:t>
            </a:r>
            <a:r>
              <a:rPr lang="ru-RU" dirty="0"/>
              <a:t>, в состав России вошли земли </a:t>
            </a:r>
            <a:r>
              <a:rPr lang="ru-RU" dirty="0"/>
              <a:t>Литвы, Западной Белоруссии и Западной Украины </a:t>
            </a:r>
            <a:r>
              <a:rPr lang="ru-RU" dirty="0"/>
              <a:t>(кроме Львовской области). Таким образом, вся Украина входила в состав России еще более 100 лет, </a:t>
            </a:r>
            <a:r>
              <a:rPr lang="ru-RU" dirty="0" smtClean="0"/>
              <a:t>вплоть </a:t>
            </a:r>
            <a:r>
              <a:rPr lang="ru-RU" b="1" dirty="0" smtClean="0"/>
              <a:t>до </a:t>
            </a:r>
            <a:r>
              <a:rPr lang="ru-RU" b="1" dirty="0"/>
              <a:t>падения Российской империи</a:t>
            </a:r>
            <a:r>
              <a:rPr lang="ru-RU" dirty="0"/>
              <a:t>.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02971" y="1825625"/>
            <a:ext cx="3235974" cy="3858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057" y="5950857"/>
            <a:ext cx="5098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Портрет Екатерины </a:t>
            </a:r>
            <a:r>
              <a:rPr lang="en-US" dirty="0" smtClean="0"/>
              <a:t>II. </a:t>
            </a:r>
            <a:r>
              <a:rPr lang="ru-RU" dirty="0" smtClean="0"/>
              <a:t>Иоганн Баптист </a:t>
            </a:r>
            <a:r>
              <a:rPr lang="ru-RU" dirty="0" err="1" smtClean="0"/>
              <a:t>Лампи</a:t>
            </a:r>
            <a:r>
              <a:rPr lang="ru-RU" dirty="0" smtClean="0"/>
              <a:t>-ст.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39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403</Words>
  <Application>Microsoft Office PowerPoint</Application>
  <PresentationFormat>Широкоэкранный</PresentationFormat>
  <Paragraphs>28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Воссоединение Украины с Россией   </vt:lpstr>
      <vt:lpstr>Предыстория. Русь в 14 веке.</vt:lpstr>
      <vt:lpstr>Предыстория. Уход в Литву и Польшу.</vt:lpstr>
      <vt:lpstr>Предыстория. Раскол</vt:lpstr>
      <vt:lpstr>Формирование Запорожского казачества</vt:lpstr>
      <vt:lpstr>Восстание Богдана Хмельницкого</vt:lpstr>
      <vt:lpstr>Воссоединение</vt:lpstr>
      <vt:lpstr>Раздел Украины</vt:lpstr>
      <vt:lpstr>Послесловие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Воссоединение  Украины с Россией</dc:title>
  <dc:creator>Учетная запись Майкрософт</dc:creator>
  <cp:lastModifiedBy>Учетная запись Майкрософт</cp:lastModifiedBy>
  <cp:revision>36</cp:revision>
  <dcterms:created xsi:type="dcterms:W3CDTF">2024-07-18T21:45:08Z</dcterms:created>
  <dcterms:modified xsi:type="dcterms:W3CDTF">2024-08-03T01:14:38Z</dcterms:modified>
</cp:coreProperties>
</file>